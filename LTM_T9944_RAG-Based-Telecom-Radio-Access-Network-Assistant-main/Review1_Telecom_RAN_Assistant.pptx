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7" r:id="rId6"/>
    <p:sldId id="2147470491" r:id="rId7"/>
    <p:sldId id="2147470487" r:id="rId8"/>
    <p:sldId id="2147470498" r:id="rId9"/>
    <p:sldId id="2147470499" r:id="rId10"/>
    <p:sldId id="2147470500" r:id="rId11"/>
    <p:sldId id="2147470501" r:id="rId12"/>
    <p:sldId id="2147470502" r:id="rId13"/>
    <p:sldId id="21474705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RAG-Based Telecom </a:t>
            </a:r>
            <a:r>
              <a:rPr lang="en-US" sz="3600" b="1">
                <a:solidFill>
                  <a:prstClr val="white"/>
                </a:solidFill>
                <a:cs typeface="Calibri" panose="020F0502020204030204" pitchFamily="34" charset="0"/>
              </a:rPr>
              <a:t>RAN Assistant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>
                <a:solidFill>
                  <a:prstClr val="white"/>
                </a:solidFill>
                <a:cs typeface="Calibri" panose="020F0502020204030204" pitchFamily="34" charset="0"/>
              </a:rPr>
              <a:t>Review 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[Vishwa M] – [25MML0039]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617533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6BC42-BA6A-7B29-A1F4-94DF8B181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99" y="6068903"/>
            <a:ext cx="1435174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Why a Telecom RAN Assistant?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Telecom networks generate large volumes of documents, alarms, logs and KPI data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Engineers spend significant time searching documents and troubleshooting manually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Goal: an AI-powered Telecom RAN Assistant built on Retrieval-Augmented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Project Objectives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Build a telecom-specific RAG system for 4G, 5G and O-RAN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Store telecom knowledge in a vector database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Enable intelligent question answering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Simulate KPIs, detect anomalies and perform RCA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Suggest optimization actions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Visualize everything in a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Scope of Review 1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Dataset collection and parsing (PDF, JSON, CSV)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Chunking, embedding generation and Qdrant indexing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Retriever, reranker and context builder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Prompt management and Qwen LLM integration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End-to-end RAG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Dataset Collection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TeleQnA: 10,000 telecom Q&amp;A with choices and explanations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ORANBench: 1,500 O-RAN benchmark questions with difficulty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TeleLogs: incident and operational logs (CSV, JSON)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3GPP: TS 38.300, TS 38.401, TS 38.331 standards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Data Ingestion Pipeline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Embeddings and Vector Database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RAG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Retrieval Layer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Prompts and LLM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Steps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Load TeleQnA, ORANBench, TeleLogs and 3GPP PDFs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Parse documents with PDF, JSON and CSV parsers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Chunk large documents into smaller pieces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Benefits: better retrieval, better embeddings, faster 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1 – Data Ingestion Pipeline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Embedding Generation and Storage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Model: BAAI/bge-small-en-v1.5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Embedding dimension: 384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Converts telecom text into vectors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Vector database: Qdrant, collection telecom_rag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2 – Embeddings &amp; Vector DB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Retrieval-Augmented Generation Pipeline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User Question → Embedding Generation → Qdrant Search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→ Retrieve Telecom Evidence → Reranking → Context Building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→ LLM → Final Answer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 – RAG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Retriever, Reranker and Context Builder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Retriever: semantic search, top-K retrieval, dataset filtering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Reranker: farbodtavakkoli/OTel-Reranker-0.6B improves retrieval quality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Context Builder: assembles Evidence 1, 2, 3 into the final 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4 – Retrieval Layer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Prompt Management and LLM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Prompts for Telecom QA, RCA and Optimization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LLM: Qwen/Qwen2.5-0.5B-Instruct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Generates telecom-specific responses from retrieved 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5 – Prompts &amp; LLM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Completed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Dataset collection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PDF, CSV and JSON parsing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Chunking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Embedding generation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Qdrant indexing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Review 1 Deliverables (1/2)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Completed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Retriever and Reranker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Context Builder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Prompt Manager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Qwen integration</a:t>
            </a:r>
          </a:p>
          <a:p>
            <a:r>
              <a:rPr lang="en-US" sz="2400" b="0" i="0" dirty="0">
                <a:solidFill>
                  <a:srgbClr val="242424"/>
                </a:solidFill>
                <a:latin typeface="+mn-lt"/>
              </a:rPr>
              <a:t>End-to-end RAG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Review 1 Deliverables (2/2)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RAG-Based Telecom RAN Assistant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477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Vishwa M</dc:creator>
  <cp:lastModifiedBy>Vishwa M</cp:lastModifiedBy>
  <cp:revision>15</cp:revision>
  <dcterms:created xsi:type="dcterms:W3CDTF">2024-05-13T10:33:11Z</dcterms:created>
  <dcterms:modified xsi:type="dcterms:W3CDTF">2026-10-01T04:10:10Z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