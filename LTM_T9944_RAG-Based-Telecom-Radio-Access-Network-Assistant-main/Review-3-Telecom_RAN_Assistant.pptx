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509" r:id="rId3"/>
    <p:sldId id="2147470510" r:id="rId4"/>
    <p:sldId id="2147470511" r:id="rId5"/>
    <p:sldId id="2147470512" r:id="rId6"/>
    <p:sldId id="2147470513" r:id="rId7"/>
    <p:sldId id="2147470514" r:id="rId8"/>
    <p:sldId id="2147470515" r:id="rId9"/>
    <p:sldId id="2147470516" r:id="rId10"/>
    <p:sldId id="21474704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cs typeface="Calibri" panose="020F0502020204030204" pitchFamily="34" charset="0"/>
              </a:rPr>
              <a:t>RAG Based Telecom 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RAN Assistant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VISHWA M - 25MML0039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VIT-VELLORE</a:t>
            </a:r>
          </a:p>
          <a:p>
            <a:pPr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555051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E65762-A9DA-56CE-2B24-ECDCAF53B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93" y="5995087"/>
            <a:ext cx="1435174" cy="6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0D5652-6F69-AFAC-F349-661614267C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766B7-76C0-FDC7-994F-C5685B96F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552B9-3530-5AF1-EA04-95700500E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80"/>
            <a:ext cx="12192000" cy="683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09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21848D-48AF-CAEC-F773-D4957FCB29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1B3E3-54A5-711F-CA02-00EA4EC1E1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7EF4C-C166-6388-A071-7804982E5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57"/>
            <a:ext cx="12192000" cy="683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74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D6A010-E751-8B1C-9A9C-7DD89E0687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0CD0C-A318-08AF-34DA-C2C28E1EF2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9E099-539C-F3C4-AC35-04EB0E70B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1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FCD21DE-9501-1476-4C5D-EBAC23F6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3255F-5DD2-7C99-169F-5CC43F662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208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6D5588C-8DE4-7A42-F865-C39321437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F666C0-355C-9F3C-331B-D5C911595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892" y="0"/>
            <a:ext cx="12199892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85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45F7339-13CF-94E9-D9BE-572A547D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6C245B-B323-E681-CA51-444717759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0393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387D89B-C246-A91C-6B2F-7440D4EE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704436-3356-66D1-E8D1-CCCED47E2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0862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CFE2710-A896-8049-0862-173A24AF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F5A8D3-CA20-2FC9-5B22-F1E16C4BE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517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Delivered an end-to-end RAG-based Telecom RAN Assistant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Knowledge retrieval, simulation, anomaly detection, RCA and optimization work together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One interactive dashboard for network monitoring and AI assistance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63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Vishwa M</dc:creator>
  <cp:lastModifiedBy>Vishwa M</cp:lastModifiedBy>
  <cp:revision>17</cp:revision>
  <dcterms:created xsi:type="dcterms:W3CDTF">2024-05-13T10:33:11Z</dcterms:created>
  <dcterms:modified xsi:type="dcterms:W3CDTF">2026-10-12T08:48:54Z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