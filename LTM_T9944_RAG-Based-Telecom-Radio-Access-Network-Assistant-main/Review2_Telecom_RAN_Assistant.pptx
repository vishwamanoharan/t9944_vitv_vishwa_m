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502" r:id="rId7"/>
    <p:sldId id="2147470503" r:id="rId8"/>
    <p:sldId id="2147470504" r:id="rId9"/>
    <p:sldId id="2147470505" r:id="rId10"/>
    <p:sldId id="2147470494" r:id="rId11"/>
    <p:sldId id="2147470498" r:id="rId12"/>
    <p:sldId id="2147470500" r:id="rId13"/>
    <p:sldId id="21474704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cs typeface="Calibri" panose="020F0502020204030204" pitchFamily="34" charset="0"/>
              </a:rPr>
              <a:t>RAG-Based 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Telecom RAN Assistant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[Vishwa M] – [25MML0039]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120292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B61776-64C5-1365-2B23-ADFBCF246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3" y="6003750"/>
            <a:ext cx="1435174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Motivation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Real telecom networks are not always available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A dynamic network simulator was developed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It generates realistic telecom KPI behavior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Simulated KPIs feed monitoring and anomaly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Review 2 Objectives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Simulate a telecom network of 10 towers across 6 scenarios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Generate 7 KPIs dynamically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Detect anomalies using threshold rules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Generate anomaly events, tower events and incidents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Simulated: 10 Towers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Urban Dense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Rural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Industrial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Airport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Highway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Stadium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Network Simulation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KPIs Generated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Throughput (Mbps): data speed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Latency (ms): network delay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Packet Loss (%): lost packets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PRB Utilization: radio resource usage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SINR (dB): signal quality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RSRP (dBm): signal strength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CPU Utilization: equipment 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KPI Generation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Simulation continuously updates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Traffic load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Radio conditions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User count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Interference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Congestion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Failures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Dynamic KPI Generation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Rule-Based Threshold Detection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Throughput: Warning &lt; 50 Mbps, Critical &lt; 30 Mbps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Latency: Warning &gt; 50 ms, Critical &gt; 75 ms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Packet Loss: Warning &gt; 2%, Critical &gt; 5%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PRB Utilization: Warning &gt; 80%, Critical &gt; 95%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Anomaly Detection (1/2)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Rule-Based Threshold Detection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SINR: Warning &lt; 5 dB, Critical &lt; 0 dB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RSRP: Warning &lt; -105 dBm, Critical &lt; -115 dBm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CPU Utilization: Warning &gt; 85%, Critical &gt; 95%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Anomaly Detection (2/2)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Anomaly Categories Detected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HIGH_LATENCY, LOW_THROUGHPUT, CELL_OUTAGE, POWER_FAILURE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INTERFERENCE, NETWORK_CONGESTION, PACKET_LOSS, RADIO_DEGRADATION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Event Generation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Anomaly events, network incidents and tower events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Anomalies &amp; Events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Simulation and Monitoring Flow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Simulate towers under six network scenarios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Generate KPIs continuously for every tower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Compare KPIs with Warning and Critical thresholds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Classify anomalies and generate events and incidents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Current Approach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Rule-based threshold detection (Warning and Critical levels)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Dynamic network simulator with KPI generator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Review 1 RAG stack retained: BGE, Qdrant, reranker, Qwen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Progress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Review 1: RAG foundation completed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Review 2: simulation engine, KPI generator, network scenarios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Review 2: threshold monitoring, anomaly detection, events, incidents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Review 3 (next): RCA, optimization engine,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Review 2 Pipeline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Network Simulator → KPI Generator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→ Threshold-Based Monitoring → Anomaly Detection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→ Event Generation → Telecom Incident Creation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506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Vishwa M</cp:lastModifiedBy>
  <cp:revision>16</cp:revision>
  <dcterms:created xsi:type="dcterms:W3CDTF">2024-05-13T10:33:11Z</dcterms:created>
  <dcterms:modified xsi:type="dcterms:W3CDTF">2026-10-01T04:07:31Z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