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  <p:sldId id="2147470498" r:id="rId11"/>
    <p:sldId id="2147470499" r:id="rId12"/>
    <p:sldId id="214747050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 Multi-Agent Vision Framework for Automated PPE Compliance Monitoring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Review-1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[Vishwa M] – [25MML0039]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006949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15D42E-98B2-5C5F-22B8-3E6C850B1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93" y="5995087"/>
            <a:ext cx="1435174" cy="6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PPE is mandatory on construction sites, plants and warehouses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Manual checks by safety officers are slow and error-prone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Computer vision can detect PPE from images and CCTV video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Detection alone cannot assess risk, find causes or decide actions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This project builds a multi-agent system that detects and responds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Monitor workers continuously and detect PPE violations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Assess risk levels and identify root causes (RCA)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Generate recommendations and alerts for safety teams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Maintain worker history and use OSHA knowledge via RAG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Take autonomous supervisor decisions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PPE classes: Person, Hard Hat, Vest, Gloves, Boots, Goggles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Event-driven pipeline from compliance to supervisor decision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Worker simulation, shared state and OSHA-based RAG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FastAPI services and Streamlit monitoring dashboard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Planned: replace simulation with real CCTV video feeds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Redmon et al. (2016) – YOLO: real-time object detection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Wojke et al. (2017) – DeepSORT: tracking with appearance cues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Wooldridge &amp; Jennings (1995) – intelligent agents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Lewis et al. (2020) – retrieval-augmented generation (RAG)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Xiao et al. (2023) – BGE embeddings for dense retrieval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OSHA 3151 – Personal Protective Equipment guidance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YOLO detectors give fast PPE detection on images and video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Tracking keeps a stable identity for each worker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Agent design separates sensing, reasoning and action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RAG grounds decisions in standards such as OSHA guidance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Gap: detection alone gives no risk, cause, history or 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AI / Vision: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YOLO, OpenCV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Agentic AI: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multi-agent, event-driven architecture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RAG: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BGE embeddings (384-d), local vector store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Backend: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FastAPI    Dashboard: Streamlit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Language: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Python 3.11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18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Vision &amp; Tracking (YOLO PPE Detection)</a:t>
            </a:r>
          </a:p>
          <a:p>
            <a:pPr marL="457200" indent="-457200">
              <a:lnSpc>
                <a:spcPct val="118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Compliance Agent &amp; Worker Simulation</a:t>
            </a:r>
          </a:p>
          <a:p>
            <a:pPr marL="457200" indent="-457200">
              <a:lnSpc>
                <a:spcPct val="118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Event Bus &amp; Event-Driven Agents</a:t>
            </a:r>
          </a:p>
          <a:p>
            <a:pPr marL="457200" indent="-457200">
              <a:lnSpc>
                <a:spcPct val="118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Shared State &amp; Memory Agent</a:t>
            </a:r>
          </a:p>
          <a:p>
            <a:pPr marL="457200" indent="-457200">
              <a:lnSpc>
                <a:spcPct val="118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RAG Safety Knowledge Base</a:t>
            </a:r>
          </a:p>
          <a:p>
            <a:pPr marL="457200" indent="-457200">
              <a:lnSpc>
                <a:spcPct val="118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Supervisor Agent (Autonomous Decisions)</a:t>
            </a:r>
          </a:p>
          <a:p>
            <a:pPr marL="457200" indent="-457200">
              <a:lnSpc>
                <a:spcPct val="118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FastAPI, Dashboard &amp; CCTV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YOLO-based PPE detection (Phase 1)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Classes: Person, Hard Hat, Safety Vest, Gloves, Boots, Goggles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Tracking module manages worker identity across frames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Tracks Worker ID, PPE status and detection history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1 - Vision &amp; Tracking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PPE evaluation for every worker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Checks helmet, vest, gloves, boots and goggles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Flags NO_HELMET, NO_VEST, NO_GLOVES, NO_BOOTS, NO_GOGGLES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Output example: Worker-001 → Violations: [NO_HELMET]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2 - Compliance Agent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Dynamic scenario engine (Phase 2)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Simulates Worker-001, Worker-002, Worker-003 and more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Each cycle gives NORMAL or a random PPE violation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Example: Worker-001 NO_HELMET, Worker-002 NORMAL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No CCTV dependency: easy testing, realistic events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2 - Worker Simulation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Event-driven communication layer (Phase 3)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Agents never call each other; they publish and subscribe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Event fields: event_type, worker_id, source_agent, priority, timestamp, payload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Loose coupling, scalable and microservice-ready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3 - Event Bus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604</Words>
  <Application>Microsoft Office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Vishwa M</dc:creator>
  <cp:lastModifiedBy>Vishwa M</cp:lastModifiedBy>
  <cp:revision>12</cp:revision>
  <dcterms:created xsi:type="dcterms:W3CDTF">2024-05-13T10:33:11Z</dcterms:created>
  <dcterms:modified xsi:type="dcterms:W3CDTF">2026-10-01T04:18:01Z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