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147470489" r:id="rId2"/>
    <p:sldId id="2147470492" r:id="rId3"/>
    <p:sldId id="2147470493" r:id="rId4"/>
    <p:sldId id="2147470507" r:id="rId5"/>
    <p:sldId id="2147470512" r:id="rId6"/>
    <p:sldId id="2147470513" r:id="rId7"/>
    <p:sldId id="2147470508" r:id="rId8"/>
    <p:sldId id="2147470509" r:id="rId9"/>
    <p:sldId id="2147470510" r:id="rId10"/>
    <p:sldId id="2147470511" r:id="rId11"/>
    <p:sldId id="2147470499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AF230-5F80-4110-BC0F-149D071C8BF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65CDF-2084-4D8B-A554-5EBE17BB8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09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5CDF-2084-4D8B-A554-5EBE17BB819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68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 Multi-Agent Vision Framework for Automated PPE Compliance Monitoring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VISHWA M – 25MML0039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VIT-VELLORE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011387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E8CC75-9724-A4DC-DC65-2C166AD0C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93" y="5995087"/>
            <a:ext cx="1435174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PPE compliance is critical on construction and industrial sites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A complete event-driven multi-agent PPE monitoring system is built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It detects, assesses risk, finds causes, recommends and alerts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Memory and OSHA-based RAG ground the supervisor decisions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FastAPI and a Streamlit dashboard expose the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Monitor PPE violations continuously and automatically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Give risk, root cause, recommendation and alert per violation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Maintain worker history and ground decisions in OSHA knowledge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Serve results through REST APIs and a live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78BE4FF-22FE-40A1-8FA9-625D0690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0E1E9-7D7F-6540-7542-AE11F13E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0423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964ECA4-C7A5-D74D-3202-C3F4A592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822C9C-E4BE-615B-154A-BCB37FF1C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1469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C420E72-0429-3906-0D29-752E22E3C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8DEE24-AE30-D540-4229-1B04CC352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1269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3E645D7-56FC-7A74-81EC-562BFE02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283030"/>
            <a:ext cx="10515600" cy="8209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232BE-D9C2-C317-8F8C-3E25B2870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708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30EB441-1733-834D-E42D-405784F4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164FD6-B5A7-CE72-D3F1-E48B36053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3489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CB7F0-7982-CA72-69E6-711E86742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B6C26B-F050-695D-D0D0-3DC273F79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0" y="1"/>
            <a:ext cx="12184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7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0A3E484-8EFC-1545-7761-CECDE6DB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B501DC-3B09-C2A3-FCB1-A1595380B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6596" y="0"/>
            <a:ext cx="12238596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312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Delivered a complete event-driven multi-agent PPE system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Goes beyond detection to risk, cause, advice, alert and decision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Shared memory and OSHA RAG make decisions history-aware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FastAPI and Streamlit enable integration and monitoring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Future work: real CCTV, mobile app, microservice deployment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indent="-342900">
              <a:lnSpc>
                <a:spcPct val="105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[1] Redmon et al., “You Only Look Once,” CVPR, 2016</a:t>
            </a:r>
          </a:p>
          <a:p>
            <a:pPr marL="342900" indent="-342900">
              <a:lnSpc>
                <a:spcPct val="105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[2] Lewis et al., “Retrieval-Augmented Generation for Knowledge-Intensive NLP Tasks,” NeurIPS, 2020</a:t>
            </a:r>
          </a:p>
          <a:p>
            <a:pPr marL="342900" indent="-342900">
              <a:lnSpc>
                <a:spcPct val="105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[3] Wojke et al., “Simple Online and Realtime Tracking with a Deep Association Metric,” ICIP, 2017</a:t>
            </a:r>
          </a:p>
          <a:p>
            <a:pPr marL="342900" indent="-342900">
              <a:lnSpc>
                <a:spcPct val="105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[4] Xiao et al., “C-Pack: Packaged Resources to Advance General Chinese Embedding,” 2023</a:t>
            </a:r>
          </a:p>
          <a:p>
            <a:pPr marL="342900" indent="-342900">
              <a:lnSpc>
                <a:spcPct val="105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[5] Wooldridge &amp; Jennings, “Intelligent Agents: Theory and Practice,” 1995</a:t>
            </a:r>
          </a:p>
          <a:p>
            <a:pPr marL="342900" indent="-342900">
              <a:lnSpc>
                <a:spcPct val="105000"/>
              </a:lnSpc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[6] OSHA, “Personal Protective Equipment,” OSHA 3151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Multi-Agent PPE Compliance Monitoring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284</Words>
  <Application>Microsoft Office PowerPoint</Application>
  <PresentationFormat>Widescreen</PresentationFormat>
  <Paragraphs>43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Vishwa M</dc:creator>
  <cp:lastModifiedBy>Vishwa M</cp:lastModifiedBy>
  <cp:revision>19</cp:revision>
  <dcterms:created xsi:type="dcterms:W3CDTF">2024-05-13T10:33:11Z</dcterms:created>
  <dcterms:modified xsi:type="dcterms:W3CDTF">2026-10-12T06:36:07Z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